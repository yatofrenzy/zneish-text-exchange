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D25B-878D-BBF3-7A0D-F858DACDA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DC223-A133-5341-89EE-D9B51252C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98474-802B-D14F-C12F-2B3BBF15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77D07-369C-679C-E3EC-48740D4A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FCBA-4F9E-A8E1-542A-2B17A911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2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25CD-A809-7091-2291-C4915A3E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8970-E305-751E-055E-CF01C3341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BA1A8-831A-573A-4284-5EFDC18B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0147-EA96-0DA3-62F5-8C742E85D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E5D4F-5199-DC11-7963-149179B1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62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6A07-33F8-D571-A8B5-097A1C92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E43DB-D721-1688-ACC7-22561C9D3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92A1C-2852-0E6A-AC67-182A27D2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377F-9F11-387C-D9F2-FEAF6533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64A2-D0D9-E10E-D9EB-7946ADB9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2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CFCF-90A4-4169-E1AD-5EA3DFDE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07394-666A-3EEB-C7BF-812C39DA1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3F648-2FE7-60AE-69DB-EFABBF3C5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57D17-2234-B4F9-3182-544B9011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48E17-6189-EA35-61F3-BC5DD69A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C1772-1ED1-98DF-FBB3-1FD3B77F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7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5AB3-287E-9738-5CF5-3380B4DC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8F9DC-B5A1-4BC8-C2C4-608B5EE75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5E29B-2130-6592-19A6-3E6721A2B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BCF5D-4BD0-27AE-3503-9CD5F0675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0FA89-AD85-6034-5DD0-9FDAE2F96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E097F-9202-3688-8242-20A7326AF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35E7BC-B1FE-FF36-7BDC-2E0082DE2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78EAE-8130-360F-40A4-FE3443E1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17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7F2C-2250-E932-53D5-81397D88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52DC0-944F-83F5-73EC-CF6764137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FD568-0267-9AD9-C0D2-6B68242A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08312-639F-B4A4-6C71-3B7B4FFA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00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C3CB25-8E1D-F3FE-727C-61393230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94F04-BE4E-A57E-0209-2ABFBDA8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2024A-C1CB-65EF-32A2-E8439EB7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40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2640-CB4B-6158-807E-1C77D6CF5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5E83B-A5EE-2DE8-9A17-F415B195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A12C5-59B9-AC66-0972-8DCBF8144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11ED7-B236-11FE-4582-01C746CF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35088-71C4-09C3-ECC1-8ACB6398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1095F-F085-771E-3F36-9E0A2CB5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41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0ECE-69C8-9278-6A92-330F5091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2ADD7-99E8-3498-5D86-717D17D4C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2F14C-5A31-025C-E12A-70B954D74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F53FE-EAFB-32E8-AC7A-66AE25C4E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71E50-6D0E-4F94-C6AA-AB7C637FA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0BBD0-510A-8CC5-0253-F4038130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96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F60D-5432-33CD-8B27-06D00182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3389B-1E85-6F1E-9F5D-3CB93B347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25DB1-C320-3A07-2AD1-06FBD3F7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473FB-0AA3-B0C3-42CA-BFB4F270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DD136-50C4-4BDF-731E-955463DD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27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7297F9-76FA-B607-720C-0B09A78D5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1ED46-1F0C-7C5C-3697-EC614C103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32101-B5F1-437B-CF3A-6F0A1373E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705CC-3E95-CA71-1D91-8F06127E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F4C77-1485-28FE-7D48-421DFB3F3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56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569C1-1C6E-57EB-DFF1-2B82B31B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9D9A6-ACA0-2C69-00D8-E5DAD9B8D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BA292-3F04-0AA4-083F-8B3D36348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3A2F1-4D5D-4037-8C2C-DBF9E19B2BB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8CD9E-ACBB-35C3-4673-9A4822B4A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4A59D-82BA-3A23-86A3-4FC548014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2B58F-E429-4C86-B71A-98B0212456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1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58F8F-2150-DE56-1585-9BFEF8FB6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/>
              <a:t>Fake News Detection System Using Machine Learning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94FC8B-744A-155A-BA91-A2AB03732018}"/>
              </a:ext>
            </a:extLst>
          </p:cNvPr>
          <p:cNvSpPr txBox="1"/>
          <p:nvPr/>
        </p:nvSpPr>
        <p:spPr>
          <a:xfrm>
            <a:off x="1956620" y="5564662"/>
            <a:ext cx="422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Proposed by: Nabraj Mahatara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7099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CAFF22-C0AA-CA92-7158-9C55EF66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12E71-8944-DBDC-2819-0E1249E8B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668703"/>
          </a:xfrm>
        </p:spPr>
        <p:txBody>
          <a:bodyPr>
            <a:normAutofit fontScale="90000"/>
          </a:bodyPr>
          <a:lstStyle/>
          <a:p>
            <a:r>
              <a:rPr lang="en-GB" sz="64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8DCD3-FF1F-D333-23A9-48E7224C1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988530"/>
            <a:ext cx="9144000" cy="156368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Fake news spreads rapidly on social media platforms.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Many users cannot easily identify real vs fake information.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Manual fact checking is slow and not always available.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There is no quick and automatic way to verify news content.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This creates a need for an intelligent system to detect fake news.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89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B0219-415D-C6F7-7620-9B3E71B6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7BA07-B6C5-A3D7-DFA5-BE653A0A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560548"/>
          </a:xfrm>
        </p:spPr>
        <p:txBody>
          <a:bodyPr>
            <a:normAutofit fontScale="90000"/>
          </a:bodyPr>
          <a:lstStyle/>
          <a:p>
            <a:r>
              <a:rPr lang="en-GB" sz="6400" dirty="0"/>
              <a:t>Expected Outcomes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45103EF-FD44-32FC-4000-5B57C8C50A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2657" y="1803588"/>
            <a:ext cx="7455887" cy="2651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will automatically </a:t>
            </a:r>
            <a:r>
              <a:rPr lang="en-US" altLang="en-US" sz="2000" dirty="0" err="1">
                <a:latin typeface="Arial" panose="020B0604020202020204" pitchFamily="34" charset="0"/>
              </a:rPr>
              <a:t>seperate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news as real or fake.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will use machine learning to analyze text content.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will reduce the spread of misinformation online.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will improve awareness and responsible sharing.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will support better decision making for users. </a:t>
            </a:r>
          </a:p>
        </p:txBody>
      </p:sp>
    </p:spTree>
    <p:extLst>
      <p:ext uri="{BB962C8B-B14F-4D97-AF65-F5344CB8AC3E}">
        <p14:creationId xmlns:p14="http://schemas.microsoft.com/office/powerpoint/2010/main" val="330028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118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Fake News Detection System Using Machine Learning</vt:lpstr>
      <vt:lpstr>Problem Statement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Nabraj Mahatara</dc:creator>
  <cp:lastModifiedBy>Nabraj Mahatara</cp:lastModifiedBy>
  <cp:revision>4</cp:revision>
  <dcterms:created xsi:type="dcterms:W3CDTF">2026-04-19T08:00:43Z</dcterms:created>
  <dcterms:modified xsi:type="dcterms:W3CDTF">2026-04-19T09:03:40Z</dcterms:modified>
</cp:coreProperties>
</file>